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1" r:id="rId2"/>
    <p:sldId id="262" r:id="rId3"/>
  </p:sldIdLst>
  <p:sldSz cx="18288000" cy="10287000"/>
  <p:notesSz cx="6858000" cy="9144000"/>
  <p:embeddedFontLst>
    <p:embeddedFont>
      <p:font typeface="Montserrat" panose="00000500000000000000" pitchFamily="2" charset="0"/>
      <p:regular r:id="rId4"/>
      <p:bold r:id="rId5"/>
      <p:italic r:id="rId6"/>
      <p:boldItalic r:id="rId7"/>
    </p:embeddedFont>
    <p:embeddedFont>
      <p:font typeface="Montserrat Bold" panose="00000800000000000000" charset="0"/>
      <p:regular r:id="rId8"/>
      <p:bold r:id="rId9"/>
    </p:embeddedFont>
    <p:embeddedFont>
      <p:font typeface="Open Sans Bold" panose="020B0604020202020204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422" y="4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231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us bayer" userId="7b58066907effa78" providerId="LiveId" clId="{2945985B-E959-4DF0-8E0A-15634600DBDE}"/>
    <pc:docChg chg="undo custSel delSld modSld">
      <pc:chgData name="markus bayer" userId="7b58066907effa78" providerId="LiveId" clId="{2945985B-E959-4DF0-8E0A-15634600DBDE}" dt="2026-07-11T23:59:19.463" v="50" actId="1076"/>
      <pc:docMkLst>
        <pc:docMk/>
      </pc:docMkLst>
      <pc:sldChg chg="del">
        <pc:chgData name="markus bayer" userId="7b58066907effa78" providerId="LiveId" clId="{2945985B-E959-4DF0-8E0A-15634600DBDE}" dt="2026-07-11T23:55:26.032" v="1" actId="47"/>
        <pc:sldMkLst>
          <pc:docMk/>
          <pc:sldMk cId="0" sldId="258"/>
        </pc:sldMkLst>
      </pc:sldChg>
      <pc:sldChg chg="del">
        <pc:chgData name="markus bayer" userId="7b58066907effa78" providerId="LiveId" clId="{2945985B-E959-4DF0-8E0A-15634600DBDE}" dt="2026-07-11T23:55:26.590" v="2" actId="47"/>
        <pc:sldMkLst>
          <pc:docMk/>
          <pc:sldMk cId="0" sldId="259"/>
        </pc:sldMkLst>
      </pc:sldChg>
      <pc:sldChg chg="del">
        <pc:chgData name="markus bayer" userId="7b58066907effa78" providerId="LiveId" clId="{2945985B-E959-4DF0-8E0A-15634600DBDE}" dt="2026-07-11T23:55:27.447" v="3" actId="47"/>
        <pc:sldMkLst>
          <pc:docMk/>
          <pc:sldMk cId="0" sldId="260"/>
        </pc:sldMkLst>
      </pc:sldChg>
      <pc:sldChg chg="modSp mod">
        <pc:chgData name="markus bayer" userId="7b58066907effa78" providerId="LiveId" clId="{2945985B-E959-4DF0-8E0A-15634600DBDE}" dt="2026-07-11T23:59:19.463" v="50" actId="1076"/>
        <pc:sldMkLst>
          <pc:docMk/>
          <pc:sldMk cId="0" sldId="261"/>
        </pc:sldMkLst>
        <pc:spChg chg="mod">
          <ac:chgData name="markus bayer" userId="7b58066907effa78" providerId="LiveId" clId="{2945985B-E959-4DF0-8E0A-15634600DBDE}" dt="2026-07-11T23:59:19.463" v="50" actId="1076"/>
          <ac:spMkLst>
            <pc:docMk/>
            <pc:sldMk cId="0" sldId="261"/>
            <ac:spMk id="2" creationId="{00000000-0000-0000-0000-000000000000}"/>
          </ac:spMkLst>
        </pc:spChg>
      </pc:sldChg>
      <pc:sldChg chg="addSp delSp modSp mod">
        <pc:chgData name="markus bayer" userId="7b58066907effa78" providerId="LiveId" clId="{2945985B-E959-4DF0-8E0A-15634600DBDE}" dt="2026-07-11T23:58:55.766" v="48" actId="1076"/>
        <pc:sldMkLst>
          <pc:docMk/>
          <pc:sldMk cId="0" sldId="262"/>
        </pc:sldMkLst>
        <pc:spChg chg="add del mod">
          <ac:chgData name="markus bayer" userId="7b58066907effa78" providerId="LiveId" clId="{2945985B-E959-4DF0-8E0A-15634600DBDE}" dt="2026-07-11T23:58:25.714" v="41" actId="1076"/>
          <ac:spMkLst>
            <pc:docMk/>
            <pc:sldMk cId="0" sldId="262"/>
            <ac:spMk id="2" creationId="{00000000-0000-0000-0000-000000000000}"/>
          </ac:spMkLst>
        </pc:spChg>
        <pc:spChg chg="add mod">
          <ac:chgData name="markus bayer" userId="7b58066907effa78" providerId="LiveId" clId="{2945985B-E959-4DF0-8E0A-15634600DBDE}" dt="2026-07-11T23:57:32.439" v="29" actId="20577"/>
          <ac:spMkLst>
            <pc:docMk/>
            <pc:sldMk cId="0" sldId="262"/>
            <ac:spMk id="6" creationId="{D624E823-2657-EB05-24D6-CA62337F4873}"/>
          </ac:spMkLst>
        </pc:spChg>
        <pc:spChg chg="add mod">
          <ac:chgData name="markus bayer" userId="7b58066907effa78" providerId="LiveId" clId="{2945985B-E959-4DF0-8E0A-15634600DBDE}" dt="2026-07-11T23:58:34.991" v="43" actId="1076"/>
          <ac:spMkLst>
            <pc:docMk/>
            <pc:sldMk cId="0" sldId="262"/>
            <ac:spMk id="8" creationId="{8C21DC10-FD60-CFC4-84DB-CEA26B977710}"/>
          </ac:spMkLst>
        </pc:spChg>
        <pc:spChg chg="add mod">
          <ac:chgData name="markus bayer" userId="7b58066907effa78" providerId="LiveId" clId="{2945985B-E959-4DF0-8E0A-15634600DBDE}" dt="2026-07-11T23:58:55.766" v="48" actId="1076"/>
          <ac:spMkLst>
            <pc:docMk/>
            <pc:sldMk cId="0" sldId="262"/>
            <ac:spMk id="10" creationId="{871D9277-B3C0-0ADB-D622-A98D34BC24C0}"/>
          </ac:spMkLst>
        </pc:spChg>
        <pc:picChg chg="add del mod">
          <ac:chgData name="markus bayer" userId="7b58066907effa78" providerId="LiveId" clId="{2945985B-E959-4DF0-8E0A-15634600DBDE}" dt="2026-07-11T23:56:30.880" v="9" actId="22"/>
          <ac:picMkLst>
            <pc:docMk/>
            <pc:sldMk cId="0" sldId="262"/>
            <ac:picMk id="5" creationId="{F5059851-03B6-AFE0-6184-7D1271211132}"/>
          </ac:picMkLst>
        </pc:picChg>
      </pc:sldChg>
      <pc:sldChg chg="del">
        <pc:chgData name="markus bayer" userId="7b58066907effa78" providerId="LiveId" clId="{2945985B-E959-4DF0-8E0A-15634600DBDE}" dt="2026-07-11T23:55:12.889" v="0" actId="47"/>
        <pc:sldMkLst>
          <pc:docMk/>
          <pc:sldMk cId="0" sldId="263"/>
        </pc:sldMkLst>
      </pc:sldChg>
      <pc:sldChg chg="del">
        <pc:chgData name="markus bayer" userId="7b58066907effa78" providerId="LiveId" clId="{2945985B-E959-4DF0-8E0A-15634600DBDE}" dt="2026-07-11T23:55:12.889" v="0" actId="47"/>
        <pc:sldMkLst>
          <pc:docMk/>
          <pc:sldMk cId="0" sldId="268"/>
        </pc:sldMkLst>
      </pc:sldChg>
      <pc:sldChg chg="del">
        <pc:chgData name="markus bayer" userId="7b58066907effa78" providerId="LiveId" clId="{2945985B-E959-4DF0-8E0A-15634600DBDE}" dt="2026-07-11T23:55:12.889" v="0" actId="47"/>
        <pc:sldMkLst>
          <pc:docMk/>
          <pc:sldMk cId="0" sldId="269"/>
        </pc:sldMkLst>
      </pc:sldChg>
      <pc:sldChg chg="del">
        <pc:chgData name="markus bayer" userId="7b58066907effa78" providerId="LiveId" clId="{2945985B-E959-4DF0-8E0A-15634600DBDE}" dt="2026-07-11T23:55:12.889" v="0" actId="47"/>
        <pc:sldMkLst>
          <pc:docMk/>
          <pc:sldMk cId="0" sldId="270"/>
        </pc:sldMkLst>
      </pc:sldChg>
      <pc:sldChg chg="del">
        <pc:chgData name="markus bayer" userId="7b58066907effa78" providerId="LiveId" clId="{2945985B-E959-4DF0-8E0A-15634600DBDE}" dt="2026-07-11T23:55:12.889" v="0" actId="47"/>
        <pc:sldMkLst>
          <pc:docMk/>
          <pc:sldMk cId="0" sldId="271"/>
        </pc:sldMkLst>
      </pc:sldChg>
      <pc:sldChg chg="del">
        <pc:chgData name="markus bayer" userId="7b58066907effa78" providerId="LiveId" clId="{2945985B-E959-4DF0-8E0A-15634600DBDE}" dt="2026-07-11T23:55:12.889" v="0" actId="47"/>
        <pc:sldMkLst>
          <pc:docMk/>
          <pc:sldMk cId="0" sldId="272"/>
        </pc:sldMkLst>
      </pc:sldChg>
      <pc:sldChg chg="del">
        <pc:chgData name="markus bayer" userId="7b58066907effa78" providerId="LiveId" clId="{2945985B-E959-4DF0-8E0A-15634600DBDE}" dt="2026-07-11T23:55:12.889" v="0" actId="47"/>
        <pc:sldMkLst>
          <pc:docMk/>
          <pc:sldMk cId="0" sldId="27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87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661813"/>
            <a:ext cx="18288000" cy="77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sz="4600" b="1" dirty="0">
                <a:solidFill>
                  <a:srgbClr val="9BC8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Technical Architecture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691206" y="2425367"/>
            <a:ext cx="3683949" cy="859627"/>
            <a:chOff x="0" y="0"/>
            <a:chExt cx="970258" cy="2264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70258" cy="226404"/>
            </a:xfrm>
            <a:custGeom>
              <a:avLst/>
              <a:gdLst/>
              <a:ahLst/>
              <a:cxnLst/>
              <a:rect l="l" t="t" r="r" b="b"/>
              <a:pathLst>
                <a:path w="970258" h="226404">
                  <a:moveTo>
                    <a:pt x="35726" y="0"/>
                  </a:moveTo>
                  <a:lnTo>
                    <a:pt x="934532" y="0"/>
                  </a:lnTo>
                  <a:cubicBezTo>
                    <a:pt x="954263" y="0"/>
                    <a:pt x="970258" y="15995"/>
                    <a:pt x="970258" y="35726"/>
                  </a:cubicBezTo>
                  <a:lnTo>
                    <a:pt x="970258" y="190678"/>
                  </a:lnTo>
                  <a:cubicBezTo>
                    <a:pt x="970258" y="210409"/>
                    <a:pt x="954263" y="226404"/>
                    <a:pt x="934532" y="226404"/>
                  </a:cubicBezTo>
                  <a:lnTo>
                    <a:pt x="35726" y="226404"/>
                  </a:lnTo>
                  <a:cubicBezTo>
                    <a:pt x="15995" y="226404"/>
                    <a:pt x="0" y="210409"/>
                    <a:pt x="0" y="190678"/>
                  </a:cubicBezTo>
                  <a:lnTo>
                    <a:pt x="0" y="35726"/>
                  </a:lnTo>
                  <a:cubicBezTo>
                    <a:pt x="0" y="15995"/>
                    <a:pt x="15995" y="0"/>
                    <a:pt x="35726" y="0"/>
                  </a:cubicBezTo>
                  <a:close/>
                </a:path>
              </a:pathLst>
            </a:custGeom>
            <a:solidFill>
              <a:srgbClr val="E4E2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70258" cy="264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Front End Application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21318" y="2425367"/>
            <a:ext cx="4261183" cy="859627"/>
            <a:chOff x="0" y="0"/>
            <a:chExt cx="1122287" cy="22640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22287" cy="226404"/>
            </a:xfrm>
            <a:custGeom>
              <a:avLst/>
              <a:gdLst/>
              <a:ahLst/>
              <a:cxnLst/>
              <a:rect l="l" t="t" r="r" b="b"/>
              <a:pathLst>
                <a:path w="1122287" h="226404">
                  <a:moveTo>
                    <a:pt x="30886" y="0"/>
                  </a:moveTo>
                  <a:lnTo>
                    <a:pt x="1091400" y="0"/>
                  </a:lnTo>
                  <a:cubicBezTo>
                    <a:pt x="1108459" y="0"/>
                    <a:pt x="1122287" y="13828"/>
                    <a:pt x="1122287" y="30886"/>
                  </a:cubicBezTo>
                  <a:lnTo>
                    <a:pt x="1122287" y="195517"/>
                  </a:lnTo>
                  <a:cubicBezTo>
                    <a:pt x="1122287" y="203709"/>
                    <a:pt x="1119033" y="211565"/>
                    <a:pt x="1113240" y="217357"/>
                  </a:cubicBezTo>
                  <a:cubicBezTo>
                    <a:pt x="1107448" y="223150"/>
                    <a:pt x="1099592" y="226404"/>
                    <a:pt x="1091400" y="226404"/>
                  </a:cubicBezTo>
                  <a:lnTo>
                    <a:pt x="30886" y="226404"/>
                  </a:lnTo>
                  <a:cubicBezTo>
                    <a:pt x="22695" y="226404"/>
                    <a:pt x="14839" y="223150"/>
                    <a:pt x="9046" y="217357"/>
                  </a:cubicBezTo>
                  <a:cubicBezTo>
                    <a:pt x="3254" y="211565"/>
                    <a:pt x="0" y="203709"/>
                    <a:pt x="0" y="195517"/>
                  </a:cubicBezTo>
                  <a:lnTo>
                    <a:pt x="0" y="30886"/>
                  </a:lnTo>
                  <a:cubicBezTo>
                    <a:pt x="0" y="22695"/>
                    <a:pt x="3254" y="14839"/>
                    <a:pt x="9046" y="9046"/>
                  </a:cubicBezTo>
                  <a:cubicBezTo>
                    <a:pt x="14839" y="3254"/>
                    <a:pt x="22695" y="0"/>
                    <a:pt x="30886" y="0"/>
                  </a:cubicBezTo>
                  <a:close/>
                </a:path>
              </a:pathLst>
            </a:custGeom>
            <a:solidFill>
              <a:srgbClr val="43A04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22287" cy="264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Angular + Python + Langchain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91206" y="4275595"/>
            <a:ext cx="3683949" cy="859627"/>
            <a:chOff x="0" y="0"/>
            <a:chExt cx="970258" cy="2264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70258" cy="226404"/>
            </a:xfrm>
            <a:custGeom>
              <a:avLst/>
              <a:gdLst/>
              <a:ahLst/>
              <a:cxnLst/>
              <a:rect l="l" t="t" r="r" b="b"/>
              <a:pathLst>
                <a:path w="970258" h="226404">
                  <a:moveTo>
                    <a:pt x="35726" y="0"/>
                  </a:moveTo>
                  <a:lnTo>
                    <a:pt x="934532" y="0"/>
                  </a:lnTo>
                  <a:cubicBezTo>
                    <a:pt x="954263" y="0"/>
                    <a:pt x="970258" y="15995"/>
                    <a:pt x="970258" y="35726"/>
                  </a:cubicBezTo>
                  <a:lnTo>
                    <a:pt x="970258" y="190678"/>
                  </a:lnTo>
                  <a:cubicBezTo>
                    <a:pt x="970258" y="210409"/>
                    <a:pt x="954263" y="226404"/>
                    <a:pt x="934532" y="226404"/>
                  </a:cubicBezTo>
                  <a:lnTo>
                    <a:pt x="35726" y="226404"/>
                  </a:lnTo>
                  <a:cubicBezTo>
                    <a:pt x="15995" y="226404"/>
                    <a:pt x="0" y="210409"/>
                    <a:pt x="0" y="190678"/>
                  </a:cubicBezTo>
                  <a:lnTo>
                    <a:pt x="0" y="35726"/>
                  </a:lnTo>
                  <a:cubicBezTo>
                    <a:pt x="0" y="15995"/>
                    <a:pt x="15995" y="0"/>
                    <a:pt x="35726" y="0"/>
                  </a:cubicBezTo>
                  <a:close/>
                </a:path>
              </a:pathLst>
            </a:custGeom>
            <a:solidFill>
              <a:srgbClr val="E4E2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70258" cy="264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Backend Application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751562" y="4275595"/>
            <a:ext cx="3683949" cy="859627"/>
            <a:chOff x="0" y="0"/>
            <a:chExt cx="970258" cy="2264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70258" cy="226404"/>
            </a:xfrm>
            <a:custGeom>
              <a:avLst/>
              <a:gdLst/>
              <a:ahLst/>
              <a:cxnLst/>
              <a:rect l="l" t="t" r="r" b="b"/>
              <a:pathLst>
                <a:path w="970258" h="226404">
                  <a:moveTo>
                    <a:pt x="35726" y="0"/>
                  </a:moveTo>
                  <a:lnTo>
                    <a:pt x="934532" y="0"/>
                  </a:lnTo>
                  <a:cubicBezTo>
                    <a:pt x="954263" y="0"/>
                    <a:pt x="970258" y="15995"/>
                    <a:pt x="970258" y="35726"/>
                  </a:cubicBezTo>
                  <a:lnTo>
                    <a:pt x="970258" y="190678"/>
                  </a:lnTo>
                  <a:cubicBezTo>
                    <a:pt x="970258" y="210409"/>
                    <a:pt x="954263" y="226404"/>
                    <a:pt x="934532" y="226404"/>
                  </a:cubicBezTo>
                  <a:lnTo>
                    <a:pt x="35726" y="226404"/>
                  </a:lnTo>
                  <a:cubicBezTo>
                    <a:pt x="15995" y="226404"/>
                    <a:pt x="0" y="210409"/>
                    <a:pt x="0" y="190678"/>
                  </a:cubicBezTo>
                  <a:lnTo>
                    <a:pt x="0" y="35726"/>
                  </a:lnTo>
                  <a:cubicBezTo>
                    <a:pt x="0" y="15995"/>
                    <a:pt x="15995" y="0"/>
                    <a:pt x="35726" y="0"/>
                  </a:cubicBezTo>
                  <a:close/>
                </a:path>
              </a:pathLst>
            </a:custGeom>
            <a:solidFill>
              <a:srgbClr val="E4E2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70258" cy="264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n8n Workflow Engine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21318" y="4275595"/>
            <a:ext cx="4261183" cy="859627"/>
            <a:chOff x="0" y="0"/>
            <a:chExt cx="1122287" cy="2264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22287" cy="226404"/>
            </a:xfrm>
            <a:custGeom>
              <a:avLst/>
              <a:gdLst/>
              <a:ahLst/>
              <a:cxnLst/>
              <a:rect l="l" t="t" r="r" b="b"/>
              <a:pathLst>
                <a:path w="1122287" h="226404">
                  <a:moveTo>
                    <a:pt x="30886" y="0"/>
                  </a:moveTo>
                  <a:lnTo>
                    <a:pt x="1091400" y="0"/>
                  </a:lnTo>
                  <a:cubicBezTo>
                    <a:pt x="1108459" y="0"/>
                    <a:pt x="1122287" y="13828"/>
                    <a:pt x="1122287" y="30886"/>
                  </a:cubicBezTo>
                  <a:lnTo>
                    <a:pt x="1122287" y="195517"/>
                  </a:lnTo>
                  <a:cubicBezTo>
                    <a:pt x="1122287" y="203709"/>
                    <a:pt x="1119033" y="211565"/>
                    <a:pt x="1113240" y="217357"/>
                  </a:cubicBezTo>
                  <a:cubicBezTo>
                    <a:pt x="1107448" y="223150"/>
                    <a:pt x="1099592" y="226404"/>
                    <a:pt x="1091400" y="226404"/>
                  </a:cubicBezTo>
                  <a:lnTo>
                    <a:pt x="30886" y="226404"/>
                  </a:lnTo>
                  <a:cubicBezTo>
                    <a:pt x="22695" y="226404"/>
                    <a:pt x="14839" y="223150"/>
                    <a:pt x="9046" y="217357"/>
                  </a:cubicBezTo>
                  <a:cubicBezTo>
                    <a:pt x="3254" y="211565"/>
                    <a:pt x="0" y="203709"/>
                    <a:pt x="0" y="195517"/>
                  </a:cubicBezTo>
                  <a:lnTo>
                    <a:pt x="0" y="30886"/>
                  </a:lnTo>
                  <a:cubicBezTo>
                    <a:pt x="0" y="22695"/>
                    <a:pt x="3254" y="14839"/>
                    <a:pt x="9046" y="9046"/>
                  </a:cubicBezTo>
                  <a:cubicBezTo>
                    <a:pt x="14839" y="3254"/>
                    <a:pt x="22695" y="0"/>
                    <a:pt x="30886" y="0"/>
                  </a:cubicBezTo>
                  <a:close/>
                </a:path>
              </a:pathLst>
            </a:custGeom>
            <a:solidFill>
              <a:srgbClr val="43A04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22287" cy="264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Python + Django + FastAPI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91206" y="5994404"/>
            <a:ext cx="3683949" cy="859627"/>
            <a:chOff x="0" y="0"/>
            <a:chExt cx="970258" cy="2264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70258" cy="226404"/>
            </a:xfrm>
            <a:custGeom>
              <a:avLst/>
              <a:gdLst/>
              <a:ahLst/>
              <a:cxnLst/>
              <a:rect l="l" t="t" r="r" b="b"/>
              <a:pathLst>
                <a:path w="970258" h="226404">
                  <a:moveTo>
                    <a:pt x="35726" y="0"/>
                  </a:moveTo>
                  <a:lnTo>
                    <a:pt x="934532" y="0"/>
                  </a:lnTo>
                  <a:cubicBezTo>
                    <a:pt x="954263" y="0"/>
                    <a:pt x="970258" y="15995"/>
                    <a:pt x="970258" y="35726"/>
                  </a:cubicBezTo>
                  <a:lnTo>
                    <a:pt x="970258" y="190678"/>
                  </a:lnTo>
                  <a:cubicBezTo>
                    <a:pt x="970258" y="210409"/>
                    <a:pt x="954263" y="226404"/>
                    <a:pt x="934532" y="226404"/>
                  </a:cubicBezTo>
                  <a:lnTo>
                    <a:pt x="35726" y="226404"/>
                  </a:lnTo>
                  <a:cubicBezTo>
                    <a:pt x="15995" y="226404"/>
                    <a:pt x="0" y="210409"/>
                    <a:pt x="0" y="190678"/>
                  </a:cubicBezTo>
                  <a:lnTo>
                    <a:pt x="0" y="35726"/>
                  </a:lnTo>
                  <a:cubicBezTo>
                    <a:pt x="0" y="15995"/>
                    <a:pt x="15995" y="0"/>
                    <a:pt x="35726" y="0"/>
                  </a:cubicBezTo>
                  <a:close/>
                </a:path>
              </a:pathLst>
            </a:custGeom>
            <a:solidFill>
              <a:srgbClr val="E4E2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70258" cy="264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API Gateway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751562" y="2425367"/>
            <a:ext cx="3683949" cy="859627"/>
            <a:chOff x="0" y="0"/>
            <a:chExt cx="970258" cy="22640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0258" cy="226404"/>
            </a:xfrm>
            <a:custGeom>
              <a:avLst/>
              <a:gdLst/>
              <a:ahLst/>
              <a:cxnLst/>
              <a:rect l="l" t="t" r="r" b="b"/>
              <a:pathLst>
                <a:path w="970258" h="226404">
                  <a:moveTo>
                    <a:pt x="35726" y="0"/>
                  </a:moveTo>
                  <a:lnTo>
                    <a:pt x="934532" y="0"/>
                  </a:lnTo>
                  <a:cubicBezTo>
                    <a:pt x="954263" y="0"/>
                    <a:pt x="970258" y="15995"/>
                    <a:pt x="970258" y="35726"/>
                  </a:cubicBezTo>
                  <a:lnTo>
                    <a:pt x="970258" y="190678"/>
                  </a:lnTo>
                  <a:cubicBezTo>
                    <a:pt x="970258" y="210409"/>
                    <a:pt x="954263" y="226404"/>
                    <a:pt x="934532" y="226404"/>
                  </a:cubicBezTo>
                  <a:lnTo>
                    <a:pt x="35726" y="226404"/>
                  </a:lnTo>
                  <a:cubicBezTo>
                    <a:pt x="15995" y="226404"/>
                    <a:pt x="0" y="210409"/>
                    <a:pt x="0" y="190678"/>
                  </a:cubicBezTo>
                  <a:lnTo>
                    <a:pt x="0" y="35726"/>
                  </a:lnTo>
                  <a:cubicBezTo>
                    <a:pt x="0" y="15995"/>
                    <a:pt x="15995" y="0"/>
                    <a:pt x="35726" y="0"/>
                  </a:cubicBezTo>
                  <a:close/>
                </a:path>
              </a:pathLst>
            </a:custGeom>
            <a:solidFill>
              <a:srgbClr val="E4E2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70258" cy="264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AI Agents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751562" y="5994404"/>
            <a:ext cx="3683949" cy="859627"/>
            <a:chOff x="0" y="0"/>
            <a:chExt cx="970258" cy="2264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70258" cy="226404"/>
            </a:xfrm>
            <a:custGeom>
              <a:avLst/>
              <a:gdLst/>
              <a:ahLst/>
              <a:cxnLst/>
              <a:rect l="l" t="t" r="r" b="b"/>
              <a:pathLst>
                <a:path w="970258" h="226404">
                  <a:moveTo>
                    <a:pt x="35726" y="0"/>
                  </a:moveTo>
                  <a:lnTo>
                    <a:pt x="934532" y="0"/>
                  </a:lnTo>
                  <a:cubicBezTo>
                    <a:pt x="954263" y="0"/>
                    <a:pt x="970258" y="15995"/>
                    <a:pt x="970258" y="35726"/>
                  </a:cubicBezTo>
                  <a:lnTo>
                    <a:pt x="970258" y="190678"/>
                  </a:lnTo>
                  <a:cubicBezTo>
                    <a:pt x="970258" y="210409"/>
                    <a:pt x="954263" y="226404"/>
                    <a:pt x="934532" y="226404"/>
                  </a:cubicBezTo>
                  <a:lnTo>
                    <a:pt x="35726" y="226404"/>
                  </a:lnTo>
                  <a:cubicBezTo>
                    <a:pt x="15995" y="226404"/>
                    <a:pt x="0" y="210409"/>
                    <a:pt x="0" y="190678"/>
                  </a:cubicBezTo>
                  <a:lnTo>
                    <a:pt x="0" y="35726"/>
                  </a:lnTo>
                  <a:cubicBezTo>
                    <a:pt x="0" y="15995"/>
                    <a:pt x="15995" y="0"/>
                    <a:pt x="35726" y="0"/>
                  </a:cubicBezTo>
                  <a:close/>
                </a:path>
              </a:pathLst>
            </a:custGeom>
            <a:solidFill>
              <a:srgbClr val="E4E2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970258" cy="264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Graph + Vector + SQL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691206" y="7711282"/>
            <a:ext cx="3683949" cy="859627"/>
            <a:chOff x="0" y="0"/>
            <a:chExt cx="970258" cy="22640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70258" cy="226404"/>
            </a:xfrm>
            <a:custGeom>
              <a:avLst/>
              <a:gdLst/>
              <a:ahLst/>
              <a:cxnLst/>
              <a:rect l="l" t="t" r="r" b="b"/>
              <a:pathLst>
                <a:path w="970258" h="226404">
                  <a:moveTo>
                    <a:pt x="35726" y="0"/>
                  </a:moveTo>
                  <a:lnTo>
                    <a:pt x="934532" y="0"/>
                  </a:lnTo>
                  <a:cubicBezTo>
                    <a:pt x="954263" y="0"/>
                    <a:pt x="970258" y="15995"/>
                    <a:pt x="970258" y="35726"/>
                  </a:cubicBezTo>
                  <a:lnTo>
                    <a:pt x="970258" y="190678"/>
                  </a:lnTo>
                  <a:cubicBezTo>
                    <a:pt x="970258" y="210409"/>
                    <a:pt x="954263" y="226404"/>
                    <a:pt x="934532" y="226404"/>
                  </a:cubicBezTo>
                  <a:lnTo>
                    <a:pt x="35726" y="226404"/>
                  </a:lnTo>
                  <a:cubicBezTo>
                    <a:pt x="15995" y="226404"/>
                    <a:pt x="0" y="210409"/>
                    <a:pt x="0" y="190678"/>
                  </a:cubicBezTo>
                  <a:lnTo>
                    <a:pt x="0" y="35726"/>
                  </a:lnTo>
                  <a:cubicBezTo>
                    <a:pt x="0" y="15995"/>
                    <a:pt x="15995" y="0"/>
                    <a:pt x="35726" y="0"/>
                  </a:cubicBezTo>
                  <a:close/>
                </a:path>
              </a:pathLst>
            </a:custGeom>
            <a:solidFill>
              <a:srgbClr val="E4E2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970258" cy="264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LLM Observability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751562" y="7711282"/>
            <a:ext cx="3683949" cy="859627"/>
            <a:chOff x="0" y="0"/>
            <a:chExt cx="970258" cy="22640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70258" cy="226404"/>
            </a:xfrm>
            <a:custGeom>
              <a:avLst/>
              <a:gdLst/>
              <a:ahLst/>
              <a:cxnLst/>
              <a:rect l="l" t="t" r="r" b="b"/>
              <a:pathLst>
                <a:path w="970258" h="226404">
                  <a:moveTo>
                    <a:pt x="35726" y="0"/>
                  </a:moveTo>
                  <a:lnTo>
                    <a:pt x="934532" y="0"/>
                  </a:lnTo>
                  <a:cubicBezTo>
                    <a:pt x="954263" y="0"/>
                    <a:pt x="970258" y="15995"/>
                    <a:pt x="970258" y="35726"/>
                  </a:cubicBezTo>
                  <a:lnTo>
                    <a:pt x="970258" y="190678"/>
                  </a:lnTo>
                  <a:cubicBezTo>
                    <a:pt x="970258" y="210409"/>
                    <a:pt x="954263" y="226404"/>
                    <a:pt x="934532" y="226404"/>
                  </a:cubicBezTo>
                  <a:lnTo>
                    <a:pt x="35726" y="226404"/>
                  </a:lnTo>
                  <a:cubicBezTo>
                    <a:pt x="15995" y="226404"/>
                    <a:pt x="0" y="210409"/>
                    <a:pt x="0" y="190678"/>
                  </a:cubicBezTo>
                  <a:lnTo>
                    <a:pt x="0" y="35726"/>
                  </a:lnTo>
                  <a:cubicBezTo>
                    <a:pt x="0" y="15995"/>
                    <a:pt x="15995" y="0"/>
                    <a:pt x="35726" y="0"/>
                  </a:cubicBezTo>
                  <a:close/>
                </a:path>
              </a:pathLst>
            </a:custGeom>
            <a:solidFill>
              <a:srgbClr val="E4E2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970258" cy="264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LLM Models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21318" y="5994404"/>
            <a:ext cx="4261183" cy="859627"/>
            <a:chOff x="0" y="0"/>
            <a:chExt cx="1122287" cy="22640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22287" cy="226404"/>
            </a:xfrm>
            <a:custGeom>
              <a:avLst/>
              <a:gdLst/>
              <a:ahLst/>
              <a:cxnLst/>
              <a:rect l="l" t="t" r="r" b="b"/>
              <a:pathLst>
                <a:path w="1122287" h="226404">
                  <a:moveTo>
                    <a:pt x="30886" y="0"/>
                  </a:moveTo>
                  <a:lnTo>
                    <a:pt x="1091400" y="0"/>
                  </a:lnTo>
                  <a:cubicBezTo>
                    <a:pt x="1108459" y="0"/>
                    <a:pt x="1122287" y="13828"/>
                    <a:pt x="1122287" y="30886"/>
                  </a:cubicBezTo>
                  <a:lnTo>
                    <a:pt x="1122287" y="195517"/>
                  </a:lnTo>
                  <a:cubicBezTo>
                    <a:pt x="1122287" y="203709"/>
                    <a:pt x="1119033" y="211565"/>
                    <a:pt x="1113240" y="217357"/>
                  </a:cubicBezTo>
                  <a:cubicBezTo>
                    <a:pt x="1107448" y="223150"/>
                    <a:pt x="1099592" y="226404"/>
                    <a:pt x="1091400" y="226404"/>
                  </a:cubicBezTo>
                  <a:lnTo>
                    <a:pt x="30886" y="226404"/>
                  </a:lnTo>
                  <a:cubicBezTo>
                    <a:pt x="22695" y="226404"/>
                    <a:pt x="14839" y="223150"/>
                    <a:pt x="9046" y="217357"/>
                  </a:cubicBezTo>
                  <a:cubicBezTo>
                    <a:pt x="3254" y="211565"/>
                    <a:pt x="0" y="203709"/>
                    <a:pt x="0" y="195517"/>
                  </a:cubicBezTo>
                  <a:lnTo>
                    <a:pt x="0" y="30886"/>
                  </a:lnTo>
                  <a:cubicBezTo>
                    <a:pt x="0" y="22695"/>
                    <a:pt x="3254" y="14839"/>
                    <a:pt x="9046" y="9046"/>
                  </a:cubicBezTo>
                  <a:cubicBezTo>
                    <a:pt x="14839" y="3254"/>
                    <a:pt x="22695" y="0"/>
                    <a:pt x="30886" y="0"/>
                  </a:cubicBezTo>
                  <a:close/>
                </a:path>
              </a:pathLst>
            </a:custGeom>
            <a:solidFill>
              <a:srgbClr val="43A04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122287" cy="264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Arcade + Qdrant + PostGreSQL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21318" y="7711282"/>
            <a:ext cx="4261183" cy="859627"/>
            <a:chOff x="0" y="0"/>
            <a:chExt cx="1122287" cy="22640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22287" cy="226404"/>
            </a:xfrm>
            <a:custGeom>
              <a:avLst/>
              <a:gdLst/>
              <a:ahLst/>
              <a:cxnLst/>
              <a:rect l="l" t="t" r="r" b="b"/>
              <a:pathLst>
                <a:path w="1122287" h="226404">
                  <a:moveTo>
                    <a:pt x="30886" y="0"/>
                  </a:moveTo>
                  <a:lnTo>
                    <a:pt x="1091400" y="0"/>
                  </a:lnTo>
                  <a:cubicBezTo>
                    <a:pt x="1108459" y="0"/>
                    <a:pt x="1122287" y="13828"/>
                    <a:pt x="1122287" y="30886"/>
                  </a:cubicBezTo>
                  <a:lnTo>
                    <a:pt x="1122287" y="195517"/>
                  </a:lnTo>
                  <a:cubicBezTo>
                    <a:pt x="1122287" y="203709"/>
                    <a:pt x="1119033" y="211565"/>
                    <a:pt x="1113240" y="217357"/>
                  </a:cubicBezTo>
                  <a:cubicBezTo>
                    <a:pt x="1107448" y="223150"/>
                    <a:pt x="1099592" y="226404"/>
                    <a:pt x="1091400" y="226404"/>
                  </a:cubicBezTo>
                  <a:lnTo>
                    <a:pt x="30886" y="226404"/>
                  </a:lnTo>
                  <a:cubicBezTo>
                    <a:pt x="22695" y="226404"/>
                    <a:pt x="14839" y="223150"/>
                    <a:pt x="9046" y="217357"/>
                  </a:cubicBezTo>
                  <a:cubicBezTo>
                    <a:pt x="3254" y="211565"/>
                    <a:pt x="0" y="203709"/>
                    <a:pt x="0" y="195517"/>
                  </a:cubicBezTo>
                  <a:lnTo>
                    <a:pt x="0" y="30886"/>
                  </a:lnTo>
                  <a:cubicBezTo>
                    <a:pt x="0" y="22695"/>
                    <a:pt x="3254" y="14839"/>
                    <a:pt x="9046" y="9046"/>
                  </a:cubicBezTo>
                  <a:cubicBezTo>
                    <a:pt x="14839" y="3254"/>
                    <a:pt x="22695" y="0"/>
                    <a:pt x="30886" y="0"/>
                  </a:cubicBezTo>
                  <a:close/>
                </a:path>
              </a:pathLst>
            </a:custGeom>
            <a:solidFill>
              <a:srgbClr val="43A04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122287" cy="264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Lanfuse + All LLM models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351497" y="2425367"/>
            <a:ext cx="2570713" cy="859627"/>
            <a:chOff x="0" y="0"/>
            <a:chExt cx="677060" cy="22640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77060" cy="226404"/>
            </a:xfrm>
            <a:custGeom>
              <a:avLst/>
              <a:gdLst/>
              <a:ahLst/>
              <a:cxnLst/>
              <a:rect l="l" t="t" r="r" b="b"/>
              <a:pathLst>
                <a:path w="677060" h="226404">
                  <a:moveTo>
                    <a:pt x="51197" y="0"/>
                  </a:moveTo>
                  <a:lnTo>
                    <a:pt x="625863" y="0"/>
                  </a:lnTo>
                  <a:cubicBezTo>
                    <a:pt x="639441" y="0"/>
                    <a:pt x="652464" y="5394"/>
                    <a:pt x="662065" y="14995"/>
                  </a:cubicBezTo>
                  <a:cubicBezTo>
                    <a:pt x="671666" y="24597"/>
                    <a:pt x="677060" y="37619"/>
                    <a:pt x="677060" y="51197"/>
                  </a:cubicBezTo>
                  <a:lnTo>
                    <a:pt x="677060" y="175207"/>
                  </a:lnTo>
                  <a:cubicBezTo>
                    <a:pt x="677060" y="203482"/>
                    <a:pt x="654139" y="226404"/>
                    <a:pt x="625863" y="226404"/>
                  </a:cubicBezTo>
                  <a:lnTo>
                    <a:pt x="51197" y="226404"/>
                  </a:lnTo>
                  <a:cubicBezTo>
                    <a:pt x="37619" y="226404"/>
                    <a:pt x="24597" y="221010"/>
                    <a:pt x="14995" y="211409"/>
                  </a:cubicBezTo>
                  <a:cubicBezTo>
                    <a:pt x="5394" y="201807"/>
                    <a:pt x="0" y="188785"/>
                    <a:pt x="0" y="175207"/>
                  </a:cubicBezTo>
                  <a:lnTo>
                    <a:pt x="0" y="51197"/>
                  </a:lnTo>
                  <a:cubicBezTo>
                    <a:pt x="0" y="22922"/>
                    <a:pt x="22922" y="0"/>
                    <a:pt x="51197" y="0"/>
                  </a:cubicBezTo>
                  <a:close/>
                </a:path>
              </a:pathLst>
            </a:custGeom>
            <a:solidFill>
              <a:srgbClr val="DA9C2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677060" cy="264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User Layer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351497" y="4275595"/>
            <a:ext cx="2570713" cy="859627"/>
            <a:chOff x="0" y="0"/>
            <a:chExt cx="677060" cy="22640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77060" cy="226404"/>
            </a:xfrm>
            <a:custGeom>
              <a:avLst/>
              <a:gdLst/>
              <a:ahLst/>
              <a:cxnLst/>
              <a:rect l="l" t="t" r="r" b="b"/>
              <a:pathLst>
                <a:path w="677060" h="226404">
                  <a:moveTo>
                    <a:pt x="51197" y="0"/>
                  </a:moveTo>
                  <a:lnTo>
                    <a:pt x="625863" y="0"/>
                  </a:lnTo>
                  <a:cubicBezTo>
                    <a:pt x="639441" y="0"/>
                    <a:pt x="652464" y="5394"/>
                    <a:pt x="662065" y="14995"/>
                  </a:cubicBezTo>
                  <a:cubicBezTo>
                    <a:pt x="671666" y="24597"/>
                    <a:pt x="677060" y="37619"/>
                    <a:pt x="677060" y="51197"/>
                  </a:cubicBezTo>
                  <a:lnTo>
                    <a:pt x="677060" y="175207"/>
                  </a:lnTo>
                  <a:cubicBezTo>
                    <a:pt x="677060" y="203482"/>
                    <a:pt x="654139" y="226404"/>
                    <a:pt x="625863" y="226404"/>
                  </a:cubicBezTo>
                  <a:lnTo>
                    <a:pt x="51197" y="226404"/>
                  </a:lnTo>
                  <a:cubicBezTo>
                    <a:pt x="37619" y="226404"/>
                    <a:pt x="24597" y="221010"/>
                    <a:pt x="14995" y="211409"/>
                  </a:cubicBezTo>
                  <a:cubicBezTo>
                    <a:pt x="5394" y="201807"/>
                    <a:pt x="0" y="188785"/>
                    <a:pt x="0" y="175207"/>
                  </a:cubicBezTo>
                  <a:lnTo>
                    <a:pt x="0" y="51197"/>
                  </a:lnTo>
                  <a:cubicBezTo>
                    <a:pt x="0" y="22922"/>
                    <a:pt x="22922" y="0"/>
                    <a:pt x="51197" y="0"/>
                  </a:cubicBezTo>
                  <a:close/>
                </a:path>
              </a:pathLst>
            </a:custGeom>
            <a:solidFill>
              <a:srgbClr val="DA9C2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677060" cy="264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Integration Layer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351497" y="5994404"/>
            <a:ext cx="2570713" cy="859627"/>
            <a:chOff x="0" y="0"/>
            <a:chExt cx="677060" cy="22640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77060" cy="226404"/>
            </a:xfrm>
            <a:custGeom>
              <a:avLst/>
              <a:gdLst/>
              <a:ahLst/>
              <a:cxnLst/>
              <a:rect l="l" t="t" r="r" b="b"/>
              <a:pathLst>
                <a:path w="677060" h="226404">
                  <a:moveTo>
                    <a:pt x="51197" y="0"/>
                  </a:moveTo>
                  <a:lnTo>
                    <a:pt x="625863" y="0"/>
                  </a:lnTo>
                  <a:cubicBezTo>
                    <a:pt x="639441" y="0"/>
                    <a:pt x="652464" y="5394"/>
                    <a:pt x="662065" y="14995"/>
                  </a:cubicBezTo>
                  <a:cubicBezTo>
                    <a:pt x="671666" y="24597"/>
                    <a:pt x="677060" y="37619"/>
                    <a:pt x="677060" y="51197"/>
                  </a:cubicBezTo>
                  <a:lnTo>
                    <a:pt x="677060" y="175207"/>
                  </a:lnTo>
                  <a:cubicBezTo>
                    <a:pt x="677060" y="203482"/>
                    <a:pt x="654139" y="226404"/>
                    <a:pt x="625863" y="226404"/>
                  </a:cubicBezTo>
                  <a:lnTo>
                    <a:pt x="51197" y="226404"/>
                  </a:lnTo>
                  <a:cubicBezTo>
                    <a:pt x="37619" y="226404"/>
                    <a:pt x="24597" y="221010"/>
                    <a:pt x="14995" y="211409"/>
                  </a:cubicBezTo>
                  <a:cubicBezTo>
                    <a:pt x="5394" y="201807"/>
                    <a:pt x="0" y="188785"/>
                    <a:pt x="0" y="175207"/>
                  </a:cubicBezTo>
                  <a:lnTo>
                    <a:pt x="0" y="51197"/>
                  </a:lnTo>
                  <a:cubicBezTo>
                    <a:pt x="0" y="22922"/>
                    <a:pt x="22922" y="0"/>
                    <a:pt x="51197" y="0"/>
                  </a:cubicBezTo>
                  <a:close/>
                </a:path>
              </a:pathLst>
            </a:custGeom>
            <a:solidFill>
              <a:srgbClr val="DA9C2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677060" cy="264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Database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351497" y="7711282"/>
            <a:ext cx="2570713" cy="859627"/>
            <a:chOff x="0" y="0"/>
            <a:chExt cx="677060" cy="22640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77060" cy="226404"/>
            </a:xfrm>
            <a:custGeom>
              <a:avLst/>
              <a:gdLst/>
              <a:ahLst/>
              <a:cxnLst/>
              <a:rect l="l" t="t" r="r" b="b"/>
              <a:pathLst>
                <a:path w="677060" h="226404">
                  <a:moveTo>
                    <a:pt x="51197" y="0"/>
                  </a:moveTo>
                  <a:lnTo>
                    <a:pt x="625863" y="0"/>
                  </a:lnTo>
                  <a:cubicBezTo>
                    <a:pt x="639441" y="0"/>
                    <a:pt x="652464" y="5394"/>
                    <a:pt x="662065" y="14995"/>
                  </a:cubicBezTo>
                  <a:cubicBezTo>
                    <a:pt x="671666" y="24597"/>
                    <a:pt x="677060" y="37619"/>
                    <a:pt x="677060" y="51197"/>
                  </a:cubicBezTo>
                  <a:lnTo>
                    <a:pt x="677060" y="175207"/>
                  </a:lnTo>
                  <a:cubicBezTo>
                    <a:pt x="677060" y="203482"/>
                    <a:pt x="654139" y="226404"/>
                    <a:pt x="625863" y="226404"/>
                  </a:cubicBezTo>
                  <a:lnTo>
                    <a:pt x="51197" y="226404"/>
                  </a:lnTo>
                  <a:cubicBezTo>
                    <a:pt x="37619" y="226404"/>
                    <a:pt x="24597" y="221010"/>
                    <a:pt x="14995" y="211409"/>
                  </a:cubicBezTo>
                  <a:cubicBezTo>
                    <a:pt x="5394" y="201807"/>
                    <a:pt x="0" y="188785"/>
                    <a:pt x="0" y="175207"/>
                  </a:cubicBezTo>
                  <a:lnTo>
                    <a:pt x="0" y="51197"/>
                  </a:lnTo>
                  <a:cubicBezTo>
                    <a:pt x="0" y="22922"/>
                    <a:pt x="22922" y="0"/>
                    <a:pt x="51197" y="0"/>
                  </a:cubicBezTo>
                  <a:close/>
                </a:path>
              </a:pathLst>
            </a:custGeom>
            <a:solidFill>
              <a:srgbClr val="DA9C2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677060" cy="2645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AI Module</a:t>
              </a:r>
            </a:p>
          </p:txBody>
        </p:sp>
      </p:grpSp>
      <p:sp>
        <p:nvSpPr>
          <p:cNvPr id="51" name="AutoShape 51"/>
          <p:cNvSpPr/>
          <p:nvPr/>
        </p:nvSpPr>
        <p:spPr>
          <a:xfrm>
            <a:off x="11533180" y="3284995"/>
            <a:ext cx="0" cy="990600"/>
          </a:xfrm>
          <a:prstGeom prst="line">
            <a:avLst/>
          </a:prstGeom>
          <a:ln w="38100" cap="flat">
            <a:solidFill>
              <a:srgbClr val="E4E2B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2" name="AutoShape 52"/>
          <p:cNvSpPr/>
          <p:nvPr/>
        </p:nvSpPr>
        <p:spPr>
          <a:xfrm flipH="1">
            <a:off x="11533180" y="3284995"/>
            <a:ext cx="4060356" cy="990600"/>
          </a:xfrm>
          <a:prstGeom prst="line">
            <a:avLst/>
          </a:prstGeom>
          <a:ln w="38100" cap="flat">
            <a:solidFill>
              <a:srgbClr val="E4E2B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AutoShape 53"/>
          <p:cNvSpPr/>
          <p:nvPr/>
        </p:nvSpPr>
        <p:spPr>
          <a:xfrm>
            <a:off x="13375155" y="4705408"/>
            <a:ext cx="376407" cy="0"/>
          </a:xfrm>
          <a:prstGeom prst="line">
            <a:avLst/>
          </a:prstGeom>
          <a:ln w="38100" cap="flat">
            <a:solidFill>
              <a:srgbClr val="E4E2B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4" name="AutoShape 54"/>
          <p:cNvSpPr/>
          <p:nvPr/>
        </p:nvSpPr>
        <p:spPr>
          <a:xfrm>
            <a:off x="11533180" y="5135222"/>
            <a:ext cx="4060356" cy="859183"/>
          </a:xfrm>
          <a:prstGeom prst="line">
            <a:avLst/>
          </a:prstGeom>
          <a:ln w="38100" cap="flat">
            <a:solidFill>
              <a:srgbClr val="E4E2B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5" name="AutoShape 55"/>
          <p:cNvSpPr/>
          <p:nvPr/>
        </p:nvSpPr>
        <p:spPr>
          <a:xfrm>
            <a:off x="11533180" y="5135222"/>
            <a:ext cx="0" cy="859183"/>
          </a:xfrm>
          <a:prstGeom prst="line">
            <a:avLst/>
          </a:prstGeom>
          <a:ln w="38100" cap="flat">
            <a:solidFill>
              <a:srgbClr val="E4E2B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6" name="AutoShape 56"/>
          <p:cNvSpPr/>
          <p:nvPr/>
        </p:nvSpPr>
        <p:spPr>
          <a:xfrm>
            <a:off x="11533180" y="6854032"/>
            <a:ext cx="4060356" cy="857250"/>
          </a:xfrm>
          <a:prstGeom prst="line">
            <a:avLst/>
          </a:prstGeom>
          <a:ln w="38100" cap="flat">
            <a:solidFill>
              <a:srgbClr val="E4E2B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7" name="AutoShape 57"/>
          <p:cNvSpPr/>
          <p:nvPr/>
        </p:nvSpPr>
        <p:spPr>
          <a:xfrm>
            <a:off x="11533180" y="6854032"/>
            <a:ext cx="0" cy="857250"/>
          </a:xfrm>
          <a:prstGeom prst="line">
            <a:avLst/>
          </a:prstGeom>
          <a:ln w="38100" cap="flat">
            <a:solidFill>
              <a:srgbClr val="E4E2B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8" name="AutoShape 58"/>
          <p:cNvSpPr/>
          <p:nvPr/>
        </p:nvSpPr>
        <p:spPr>
          <a:xfrm>
            <a:off x="13375155" y="2855181"/>
            <a:ext cx="376407" cy="0"/>
          </a:xfrm>
          <a:prstGeom prst="line">
            <a:avLst/>
          </a:prstGeom>
          <a:ln w="38100" cap="flat">
            <a:solidFill>
              <a:srgbClr val="E4E2B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 59"/>
          <p:cNvSpPr txBox="1"/>
          <p:nvPr/>
        </p:nvSpPr>
        <p:spPr>
          <a:xfrm>
            <a:off x="2341647" y="1723034"/>
            <a:ext cx="2220524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3"/>
              </a:lnSpc>
            </a:pPr>
            <a:r>
              <a:rPr lang="en-US" sz="2161" b="1">
                <a:solidFill>
                  <a:srgbClr val="AC31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 STACK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239297" y="1723034"/>
            <a:ext cx="3024528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3"/>
              </a:lnSpc>
            </a:pPr>
            <a:r>
              <a:rPr lang="en-US" sz="2161" b="1">
                <a:solidFill>
                  <a:srgbClr val="AC313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APPLICATION LAYER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87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0170" y="800100"/>
            <a:ext cx="16027660" cy="9302363"/>
          </a:xfrm>
          <a:custGeom>
            <a:avLst/>
            <a:gdLst/>
            <a:ahLst/>
            <a:cxnLst/>
            <a:rect l="l" t="t" r="r" b="b"/>
            <a:pathLst>
              <a:path w="16027660" h="9235939">
                <a:moveTo>
                  <a:pt x="0" y="0"/>
                </a:moveTo>
                <a:lnTo>
                  <a:pt x="16027660" y="0"/>
                </a:lnTo>
                <a:lnTo>
                  <a:pt x="16027660" y="9235939"/>
                </a:lnTo>
                <a:lnTo>
                  <a:pt x="0" y="92359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0" y="-85725"/>
            <a:ext cx="18288000" cy="778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sz="4600" b="1">
                <a:solidFill>
                  <a:srgbClr val="9BC8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Reference Architecture</a:t>
            </a:r>
            <a:endParaRPr lang="en-US" sz="4600" b="1" dirty="0">
              <a:solidFill>
                <a:srgbClr val="9BC84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4E823-2657-EB05-24D6-CA62337F4873}"/>
              </a:ext>
            </a:extLst>
          </p:cNvPr>
          <p:cNvSpPr/>
          <p:nvPr/>
        </p:nvSpPr>
        <p:spPr>
          <a:xfrm>
            <a:off x="3810000" y="1104900"/>
            <a:ext cx="51816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Agentic Solution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21DC10-FD60-CFC4-84DB-CEA26B977710}"/>
              </a:ext>
            </a:extLst>
          </p:cNvPr>
          <p:cNvSpPr/>
          <p:nvPr/>
        </p:nvSpPr>
        <p:spPr>
          <a:xfrm>
            <a:off x="9233030" y="1127441"/>
            <a:ext cx="48768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Agentic Solution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1D9277-B3C0-0ADB-D622-A98D34BC24C0}"/>
              </a:ext>
            </a:extLst>
          </p:cNvPr>
          <p:cNvSpPr/>
          <p:nvPr/>
        </p:nvSpPr>
        <p:spPr>
          <a:xfrm>
            <a:off x="14249400" y="1149982"/>
            <a:ext cx="2438400" cy="2597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Agentic Solution X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65</Words>
  <Application>Microsoft Office PowerPoint</Application>
  <PresentationFormat>Custom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Open Sans Bold</vt:lpstr>
      <vt:lpstr>Montserrat</vt:lpstr>
      <vt:lpstr>Montserrat Bold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Dionce_Technology_Tech_Story_v1</dc:title>
  <dc:creator>vivek soneja</dc:creator>
  <cp:lastModifiedBy>Markus Bayer</cp:lastModifiedBy>
  <cp:revision>3</cp:revision>
  <dcterms:created xsi:type="dcterms:W3CDTF">2006-08-16T00:00:00Z</dcterms:created>
  <dcterms:modified xsi:type="dcterms:W3CDTF">2026-07-11T23:59:24Z</dcterms:modified>
  <dc:identifier>DAGwc_2EMTk</dc:identifier>
</cp:coreProperties>
</file>